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9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18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4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12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0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8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8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9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1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322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5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981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84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System for AI</a:t>
            </a:r>
            <a:r>
              <a:rPr lang="en-US" dirty="0"/>
              <a:t> </a:t>
            </a:r>
            <a:r>
              <a:rPr dirty="0"/>
              <a:t>Based Analysis of Social Media Video Content and Public Sentiment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</a:t>
            </a:r>
            <a:r>
              <a:rPr dirty="0"/>
              <a:t> Project Presentation</a:t>
            </a:r>
          </a:p>
          <a:p>
            <a:r>
              <a:rPr dirty="0"/>
              <a:t>R.M. Nisitha Nethsilu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D367FA-967F-294B-6D3F-8D008F49AD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084832"/>
            <a:ext cx="720586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 has become a serious global issue affecting society, politics, and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fact-checking is slow, biased, and cannot keep up with rapid online misinformation.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builds an automated system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verification layers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6636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 Check</a:t>
            </a:r>
          </a:p>
          <a:p>
            <a:pPr marL="516636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Cross-Verification using GPT-based reasoning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prediction + professional report generation for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Project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30A6BA-83F0-7461-EF90-06D524EF20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243189"/>
            <a:ext cx="73052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dashboard to classify news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classification accuracy using multiple ML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verification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cross-check model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professional reporting module summarizing both verifications.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user-friendly interface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Gradio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7DE8BA-768B-BC6D-365F-7AEEE8AAF6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084832"/>
            <a:ext cx="773680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information spreads rapidly on social 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cannot easily verify the truthfulness of online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alone is sometimes inaccurate for complex or vague news.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existing system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verification (ML + 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 summary report.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a solution that is fast, reliable, and explains the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2FCC12-2A29-B088-489C-66A52DD9A1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1947882"/>
            <a:ext cx="749756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True.csv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Fake.csv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preprocessed text (lowercase, punctuation removal,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text into numerical form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TF-IDF Vectorization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4 machine learning models:</a:t>
            </a:r>
          </a:p>
          <a:p>
            <a:pPr marL="516636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516636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</a:t>
            </a:r>
          </a:p>
          <a:p>
            <a:pPr marL="516636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516636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 GPT 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secondary verification.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dashboard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Google Colab.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084832"/>
            <a:ext cx="2928833" cy="402336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Inputs: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User-entered news text</a:t>
            </a:r>
          </a:p>
          <a:p>
            <a:r>
              <a:rPr lang="en-US" b="1" dirty="0"/>
              <a:t>Processing: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Text cleaning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TF-IDF conversion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ML model predictions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AI verification (GPT reasoning)</a:t>
            </a:r>
          </a:p>
          <a:p>
            <a:r>
              <a:rPr lang="en-US" b="1" dirty="0"/>
              <a:t>Outputs: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Model classification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AI verification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Summary report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D158E4-3629-BC47-8430-58C65AA06E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238721"/>
            <a:ext cx="477887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Source: Kaggle Fake News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44,898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News: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~21,000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~23,000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 used:</a:t>
            </a:r>
          </a:p>
          <a:p>
            <a:pPr marL="516636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(main news content)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6636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label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 = true, 0 = fake)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5F11-AB4B-0716-1CEC-E6C9DA32E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5487-666B-4CC0-F4BA-35140D6B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5F3224-ADA1-1790-71AD-1FF027894A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084832"/>
            <a:ext cx="5034070" cy="3054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Performed:</a:t>
            </a:r>
          </a:p>
          <a:p>
            <a:pPr marL="516636" lvl="1" indent="-342900">
              <a:buFont typeface="+mj-lt"/>
              <a:buAutoNum type="arabicPeriod"/>
            </a:pPr>
            <a:r>
              <a:rPr lang="en-US" sz="1800" dirty="0"/>
              <a:t>Lowercasing</a:t>
            </a:r>
          </a:p>
          <a:p>
            <a:pPr marL="516636" lvl="1" indent="-342900">
              <a:buFont typeface="+mj-lt"/>
              <a:buAutoNum type="arabicPeriod"/>
            </a:pPr>
            <a:r>
              <a:rPr lang="en-US" sz="1800" dirty="0"/>
              <a:t>Remove URLs</a:t>
            </a:r>
          </a:p>
          <a:p>
            <a:pPr marL="516636" lvl="1" indent="-342900">
              <a:buFont typeface="+mj-lt"/>
              <a:buAutoNum type="arabicPeriod"/>
            </a:pPr>
            <a:r>
              <a:rPr lang="en-US" sz="1800" dirty="0"/>
              <a:t>Remove HTML tags</a:t>
            </a:r>
          </a:p>
          <a:p>
            <a:pPr marL="516636" lvl="1" indent="-342900">
              <a:buFont typeface="+mj-lt"/>
              <a:buAutoNum type="arabicPeriod"/>
            </a:pPr>
            <a:r>
              <a:rPr lang="en-US" sz="1800" dirty="0"/>
              <a:t>Remove special characters</a:t>
            </a:r>
          </a:p>
          <a:p>
            <a:pPr marL="516636" lvl="1" indent="-342900">
              <a:buFont typeface="+mj-lt"/>
              <a:buAutoNum type="arabicPeriod"/>
            </a:pPr>
            <a:r>
              <a:rPr lang="en-US" sz="1800" dirty="0"/>
              <a:t>Remove numbers</a:t>
            </a:r>
          </a:p>
          <a:p>
            <a:pPr marL="516636" lvl="1" indent="-342900">
              <a:buFont typeface="+mj-lt"/>
              <a:buAutoNum type="arabicPeriod"/>
            </a:pPr>
            <a:r>
              <a:rPr lang="en-US" sz="1800" dirty="0"/>
              <a:t>Remove newline characters</a:t>
            </a:r>
          </a:p>
          <a:p>
            <a:pPr marL="516636" lvl="1" indent="-342900">
              <a:buFont typeface="+mj-lt"/>
              <a:buAutoNum type="arabicPeriod"/>
            </a:pPr>
            <a:r>
              <a:rPr lang="en-US" sz="1800" dirty="0"/>
              <a:t>TF-IDF vectorization</a:t>
            </a:r>
          </a:p>
          <a:p>
            <a:r>
              <a:rPr lang="en-US" sz="1800" dirty="0"/>
              <a:t>Outcome: Clean and structured input for ML models.</a:t>
            </a:r>
          </a:p>
        </p:txBody>
      </p:sp>
    </p:spTree>
    <p:extLst>
      <p:ext uri="{BB962C8B-B14F-4D97-AF65-F5344CB8AC3E}">
        <p14:creationId xmlns:p14="http://schemas.microsoft.com/office/powerpoint/2010/main" val="668488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Models Used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981200"/>
            <a:ext cx="7290055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Logistic Regression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Decision Tree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Random Forest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Gradient Boosting Classifier</a:t>
            </a:r>
          </a:p>
          <a:p>
            <a:r>
              <a:rPr lang="en-US" dirty="0"/>
              <a:t>Each model evaluated using: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Accuracy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Precision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Recall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F1-score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00CB-3B54-B80B-B3C2-A35816C37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C183-341C-2EF1-0714-BF5C8606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Comparison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8A712-C2F1-AA2B-5C5E-350CCC5E2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Best Models: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Random Forest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Gradient Boosting</a:t>
            </a:r>
          </a:p>
          <a:p>
            <a:r>
              <a:rPr lang="en-US" b="1" dirty="0"/>
              <a:t>Observation:</a:t>
            </a:r>
            <a:br>
              <a:rPr lang="en-US" dirty="0"/>
            </a:br>
            <a:r>
              <a:rPr lang="en-US" dirty="0"/>
              <a:t>Ensemble methods performed better due to handling non-linear patterns.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3254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4D53-9A1C-082B-0247-47F4B7C0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D8C4E-19A8-422C-1F24-5F3E2D22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Output Example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C28C6C-EB7C-AE6B-5AC7-CDE48D2B7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413337"/>
            <a:ext cx="415049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“LR Prediction: True News”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“GBC Prediction: Fake News”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“RFC Prediction: True News”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 output shown in dashboard</a:t>
            </a:r>
          </a:p>
        </p:txBody>
      </p:sp>
    </p:spTree>
    <p:extLst>
      <p:ext uri="{BB962C8B-B14F-4D97-AF65-F5344CB8AC3E}">
        <p14:creationId xmlns:p14="http://schemas.microsoft.com/office/powerpoint/2010/main" val="16264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74B4C-A23B-DC3F-143D-597E5E24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0D47-2F04-3E25-8D11-31B1D416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Verification (GPT-based)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B9332-5F64-ECAE-ADA5-E72BE94F1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Takes model output + news text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Searches reasoning patterns + global knowledge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Generates:</a:t>
            </a:r>
          </a:p>
          <a:p>
            <a:pPr lvl="2"/>
            <a:r>
              <a:rPr lang="en-US" sz="1800" dirty="0"/>
              <a:t>AI classification (🟢 True or 🔴 Fake)</a:t>
            </a:r>
          </a:p>
          <a:p>
            <a:pPr lvl="2"/>
            <a:r>
              <a:rPr lang="en-US" sz="1800" dirty="0"/>
              <a:t>Short explanation</a:t>
            </a:r>
          </a:p>
          <a:p>
            <a:r>
              <a:rPr lang="en-US" dirty="0"/>
              <a:t>Why needed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ML models depend only on training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AI provides context-aware reasoning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Helps confirm or correct model predictions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7772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ECAF7-4355-C75E-9BDD-183FF74F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D391-71A8-4B55-32DB-68ADD241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Report Generation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9DFFD-79E1-99B5-2E62-72789B25F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report includes: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Model result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AI result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Agreement/disagreement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Confidence reasoning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System improvement suggestions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328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D0445-AEA9-2D81-2DED-DA220851B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7EE8-797F-EDBD-7800-9378E540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Implementation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2AD2-101E-C6B0-A696-EB3DE6CB0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82877"/>
            <a:ext cx="7290055" cy="40233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Features: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News Input Field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Model Check Button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AI Verification Button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Report Generation Button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Clean UI with color-coded outputs</a:t>
            </a:r>
          </a:p>
          <a:p>
            <a:r>
              <a:rPr lang="en-US" dirty="0"/>
              <a:t>Technology Used: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Python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Gradio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OpenAI API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4033663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F003A-D245-3CBB-5088-51D5AE9CC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C2F0-D6B4-7A82-8541-86F35F95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9CE6E-3C71-BC42-B3DC-66C11C6F5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79916"/>
            <a:ext cx="7290055" cy="4023360"/>
          </a:xfrm>
        </p:spPr>
        <p:txBody>
          <a:bodyPr/>
          <a:lstStyle/>
          <a:p>
            <a:r>
              <a:rPr lang="en-US" b="1" dirty="0"/>
              <a:t>Time Feasibility:</a:t>
            </a:r>
            <a:r>
              <a:rPr lang="en-US" dirty="0"/>
              <a:t> Met within deadlines.</a:t>
            </a:r>
          </a:p>
          <a:p>
            <a:br>
              <a:rPr lang="en-US" dirty="0"/>
            </a:br>
            <a:r>
              <a:rPr lang="en-US" b="1" dirty="0"/>
              <a:t>Technical Feasibility:</a:t>
            </a:r>
            <a:r>
              <a:rPr lang="en-US" dirty="0"/>
              <a:t> Tools easily available.</a:t>
            </a:r>
          </a:p>
          <a:p>
            <a:br>
              <a:rPr lang="en-US" dirty="0"/>
            </a:br>
            <a:r>
              <a:rPr lang="en-US" b="1" dirty="0"/>
              <a:t>Cost Feasibility:</a:t>
            </a:r>
            <a:r>
              <a:rPr lang="en-US" dirty="0"/>
              <a:t> Free/low-cost using Google Colab + OpenAI key.</a:t>
            </a:r>
          </a:p>
          <a:p>
            <a:br>
              <a:rPr lang="en-US" dirty="0"/>
            </a:br>
            <a:r>
              <a:rPr lang="en-US" b="1" dirty="0"/>
              <a:t>Scope Feasibility:</a:t>
            </a:r>
            <a:r>
              <a:rPr lang="en-US" dirty="0"/>
              <a:t> Achieved all planned features.</a:t>
            </a:r>
          </a:p>
          <a:p>
            <a:br>
              <a:rPr lang="en-US" dirty="0"/>
            </a:br>
            <a:r>
              <a:rPr lang="en-US" b="1" dirty="0"/>
              <a:t>Economic Feasibility:</a:t>
            </a:r>
            <a:r>
              <a:rPr lang="en-US" dirty="0"/>
              <a:t> High potential for real-world use.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8634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1A22-8A1E-A3CE-E4A3-9D6B88BE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51D2-5444-435A-1994-CB159EA4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7EE1FB-D6CF-2678-4DFF-EF313BB8F4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071349"/>
            <a:ext cx="45523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errors (Gemini API failed)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noise (irrelevant text, duplicates)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long text inputs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Conflicting predictions between ML and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limitations when verifying</a:t>
            </a:r>
          </a:p>
        </p:txBody>
      </p:sp>
    </p:spTree>
    <p:extLst>
      <p:ext uri="{BB962C8B-B14F-4D97-AF65-F5344CB8AC3E}">
        <p14:creationId xmlns:p14="http://schemas.microsoft.com/office/powerpoint/2010/main" val="3012777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6CE1-5594-89B4-B680-9500EC79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5F5E-6798-0FA9-9D5C-9BBB1067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Implemented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B59CAB-13C8-6D86-5DFD-BC8374AA2A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136338"/>
            <a:ext cx="468910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Switched to OpenAI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strong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ensemble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summary report to reduce confusion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simple, fast dashboard</a:t>
            </a:r>
          </a:p>
        </p:txBody>
      </p:sp>
    </p:spTree>
    <p:extLst>
      <p:ext uri="{BB962C8B-B14F-4D97-AF65-F5344CB8AC3E}">
        <p14:creationId xmlns:p14="http://schemas.microsoft.com/office/powerpoint/2010/main" val="4188610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044C2-8615-4874-E2D6-FDA8D53C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B27C-953D-24A3-DD00-78BC6347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Outcomes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5EAEB8-3253-C73C-56BE-EDD6702945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084832"/>
            <a:ext cx="470192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working Fake News Detection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verification (ML + AI)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model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 report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dashboard</a:t>
            </a:r>
          </a:p>
        </p:txBody>
      </p:sp>
    </p:spTree>
    <p:extLst>
      <p:ext uri="{BB962C8B-B14F-4D97-AF65-F5344CB8AC3E}">
        <p14:creationId xmlns:p14="http://schemas.microsoft.com/office/powerpoint/2010/main" val="1522480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E9C7-1DFC-AB49-B2EF-2776116C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8699-8029-7522-C33F-E5B3B28C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EDD34C-CDCE-D24B-F0FC-44B9D07210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112373"/>
            <a:ext cx="676024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achieved all project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verification improves accuracy and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extendable for real world fact checking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the combination of Data Science + AI integration.</a:t>
            </a:r>
          </a:p>
        </p:txBody>
      </p:sp>
    </p:spTree>
    <p:extLst>
      <p:ext uri="{BB962C8B-B14F-4D97-AF65-F5344CB8AC3E}">
        <p14:creationId xmlns:p14="http://schemas.microsoft.com/office/powerpoint/2010/main" val="1457084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F6A6D-214C-39A4-79AA-89EE4337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8CD8-B167-A4ED-EF48-157EDE0E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352573-068B-1150-F1A4-301735A8E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081181"/>
            <a:ext cx="49200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deep learning models (BERT,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multilingual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mobile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API for social media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AI reasoning using GPT-5 level models</a:t>
            </a:r>
          </a:p>
        </p:txBody>
      </p:sp>
    </p:spTree>
    <p:extLst>
      <p:ext uri="{BB962C8B-B14F-4D97-AF65-F5344CB8AC3E}">
        <p14:creationId xmlns:p14="http://schemas.microsoft.com/office/powerpoint/2010/main" val="457595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A4D1-358B-4317-150C-DA430892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8A4A-968F-2AAC-DF4B-2A4D18D7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C918-60B2-D0FC-14F1-F71BF22C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1312606"/>
          </a:xfrm>
        </p:spPr>
        <p:txBody>
          <a:bodyPr/>
          <a:lstStyle/>
          <a:p>
            <a:pPr algn="ctr"/>
            <a:r>
              <a:rPr lang="en-US" b="1" dirty="0"/>
              <a:t>“Thank you for listening!”</a:t>
            </a:r>
          </a:p>
          <a:p>
            <a:pPr algn="ctr"/>
            <a:r>
              <a:rPr lang="en-US" b="1" dirty="0"/>
              <a:t>Any questions?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6093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111</TotalTime>
  <Words>733</Words>
  <Application>Microsoft Office PowerPoint</Application>
  <PresentationFormat>On-screen Show (4:3)</PresentationFormat>
  <Paragraphs>190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Unicode MS</vt:lpstr>
      <vt:lpstr>Tw Cen MT</vt:lpstr>
      <vt:lpstr>Tw Cen MT Condensed</vt:lpstr>
      <vt:lpstr>Wingdings 3</vt:lpstr>
      <vt:lpstr>Integral</vt:lpstr>
      <vt:lpstr>System for AI Based Analysis of Social Media Video Content and Public Sentiment</vt:lpstr>
      <vt:lpstr>Introduction</vt:lpstr>
      <vt:lpstr>Goals of the Project</vt:lpstr>
      <vt:lpstr>Problem Statement</vt:lpstr>
      <vt:lpstr>Methodology</vt:lpstr>
      <vt:lpstr>System Architecture</vt:lpstr>
      <vt:lpstr>Dataset Description</vt:lpstr>
      <vt:lpstr>Data Preprocessing</vt:lpstr>
      <vt:lpstr>Machine Learning Models Used</vt:lpstr>
      <vt:lpstr>Model Performance Comparison</vt:lpstr>
      <vt:lpstr>Model Output Example</vt:lpstr>
      <vt:lpstr>AI Verification (GPT-based)</vt:lpstr>
      <vt:lpstr>Summary Report Generation</vt:lpstr>
      <vt:lpstr>Dashboard Implementation</vt:lpstr>
      <vt:lpstr>Feasibility Analysis</vt:lpstr>
      <vt:lpstr>Challenges Faced</vt:lpstr>
      <vt:lpstr>Solutions Implemented</vt:lpstr>
      <vt:lpstr>Final Outcomes</vt:lpstr>
      <vt:lpstr>Conclusion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Nisitha Nethsilu</cp:lastModifiedBy>
  <cp:revision>32</cp:revision>
  <dcterms:created xsi:type="dcterms:W3CDTF">2013-01-27T09:14:16Z</dcterms:created>
  <dcterms:modified xsi:type="dcterms:W3CDTF">2026-01-12T16:44:04Z</dcterms:modified>
  <cp:category/>
</cp:coreProperties>
</file>